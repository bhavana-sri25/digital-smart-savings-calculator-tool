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5" r:id="rId11"/>
    <p:sldId id="346" r:id="rId12"/>
    <p:sldId id="349" r:id="rId13"/>
    <p:sldId id="340" r:id="rId14"/>
    <p:sldId id="347" r:id="rId15"/>
    <p:sldId id="348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68" d="100"/>
          <a:sy n="68" d="100"/>
        </p:scale>
        <p:origin x="4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98818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Digital Smart Savings Calculator Tool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7837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smtClean="0"/>
              <a:t>A. </a:t>
            </a:r>
            <a:r>
              <a:rPr lang="en-US" sz="9600" dirty="0" err="1" smtClean="0"/>
              <a:t>Bhavana</a:t>
            </a:r>
            <a:r>
              <a:rPr lang="en-US" sz="9600" dirty="0" smtClean="0"/>
              <a:t> </a:t>
            </a:r>
            <a:r>
              <a:rPr lang="en-US" sz="9600" dirty="0"/>
              <a:t>S</a:t>
            </a:r>
            <a:r>
              <a:rPr lang="en-US" sz="9600" dirty="0" smtClean="0"/>
              <a:t>ri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</a:t>
            </a:r>
            <a:r>
              <a:rPr lang="en-US" sz="9600" dirty="0" smtClean="0"/>
              <a:t>2520030232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 smtClean="0"/>
              <a:t>Cluster:3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</a:t>
            </a:r>
            <a:r>
              <a:rPr lang="en-US" sz="11200" dirty="0" smtClean="0"/>
              <a:t>11</a:t>
            </a:r>
            <a:endParaRPr lang="en-US" sz="1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smtClean="0">
                <a:solidFill>
                  <a:srgbClr val="00B050"/>
                </a:solidFill>
              </a:rPr>
              <a:t>TSP </a:t>
            </a:r>
            <a:r>
              <a:rPr lang="en-US" sz="8600" dirty="0" err="1" smtClean="0">
                <a:solidFill>
                  <a:srgbClr val="00B050"/>
                </a:solidFill>
              </a:rPr>
              <a:t>Madhuri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 smtClean="0"/>
              <a:t>ScreenShots</a:t>
            </a:r>
            <a:r>
              <a:rPr lang="en-IN" dirty="0" smtClean="0"/>
              <a:t> </a:t>
            </a:r>
            <a:r>
              <a:rPr lang="en-IN" dirty="0"/>
              <a:t>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04800" y="1488470"/>
            <a:ext cx="11631561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analyzes user financial inputs using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calculation logic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generate results like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savings and total savings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interface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helps users understand their        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spending habits and financial planning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objective is to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smart financial management and budgeting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an easy-to-use digital calculator.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using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JavaScript, and Java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tool helps users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saving habits and achieve their financial goals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744538" y="1666201"/>
            <a:ext cx="11447462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usually calculate their savings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manually using pen and paper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users use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calculators or simple spreadsheet tools like Excel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calculate income and expenses.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methods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automatically track spending or provide clear financial analysis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calculations can be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and may lead to errors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smart system to guide users in planning their savings efficiently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68826" y="1420638"/>
            <a:ext cx="1198805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 provides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platform to calculate savings        automatically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the user’s income and expenses.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their financial details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the system will quickly calculate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and total savings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tool offers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interface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that anyone can easily use it without difficulty.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users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their budget and manage their finances more effectively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reduces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calculation errors and saves time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giving accurate results instantly.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7581" y="1612997"/>
            <a:ext cx="4589237" cy="524500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1084" y="1926574"/>
            <a:ext cx="8210747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enters financial details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income, expenses, and savings goals.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and processes the input data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savings calculator performs calculations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the provided information.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Finally, the system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the savings results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</a:t>
            </a:r>
            <a:r>
              <a:rPr lang="en-US" altLang="en-US" sz="2400" dirty="0">
                <a:latin typeface="Arial" panose="020B0604020202020204" pitchFamily="34" charset="0"/>
              </a:rPr>
              <a:t>The </a:t>
            </a:r>
            <a:r>
              <a:rPr lang="en-US" altLang="en-US" sz="2400" b="1" dirty="0">
                <a:latin typeface="Arial" panose="020B0604020202020204" pitchFamily="34" charset="0"/>
              </a:rPr>
              <a:t>user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or total savings to the user.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72451"/>
            <a:ext cx="10665099" cy="465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 Module: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the user to enter financial details such as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income, expenses, savings goal, and time period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Data Processing Module: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/>
              <a:t>Processes </a:t>
            </a:r>
            <a:r>
              <a:rPr lang="en-US" sz="2000" dirty="0"/>
              <a:t>the input data and performs </a:t>
            </a:r>
            <a:r>
              <a:rPr lang="en-US" sz="2000" b="1" dirty="0"/>
              <a:t>savings calculations</a:t>
            </a:r>
            <a:r>
              <a:rPr lang="en-US" sz="2000" dirty="0"/>
              <a:t> based on the given values</a:t>
            </a:r>
            <a:r>
              <a:rPr lang="en-US" sz="2000" dirty="0" smtClean="0"/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Savings Calculation Module: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savings and total savings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basic formulas.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Result Display Module: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savings results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clearly to the user.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User Interface Module: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interface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interaction with the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904973" y="1780364"/>
            <a:ext cx="982273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digital tool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helps users calculate their savings easily.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users manage their income and expenses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monthly and total savings calculations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promote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financial planning and budgeting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system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anyone can use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54144" y="5068415"/>
            <a:ext cx="9417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-558799"/>
            <a:ext cx="10173182" cy="2051934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091169"/>
              </p:ext>
            </p:extLst>
          </p:nvPr>
        </p:nvGraphicFramePr>
        <p:xfrm>
          <a:off x="190501" y="838201"/>
          <a:ext cx="11734798" cy="5938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3624">
                  <a:extLst>
                    <a:ext uri="{9D8B030D-6E8A-4147-A177-3AD203B41FA5}">
                      <a16:colId xmlns:a16="http://schemas.microsoft.com/office/drawing/2014/main" val="3039168749"/>
                    </a:ext>
                  </a:extLst>
                </a:gridCol>
                <a:gridCol w="3203624">
                  <a:extLst>
                    <a:ext uri="{9D8B030D-6E8A-4147-A177-3AD203B41FA5}">
                      <a16:colId xmlns:a16="http://schemas.microsoft.com/office/drawing/2014/main" val="2618985807"/>
                    </a:ext>
                  </a:extLst>
                </a:gridCol>
                <a:gridCol w="5327550">
                  <a:extLst>
                    <a:ext uri="{9D8B030D-6E8A-4147-A177-3AD203B41FA5}">
                      <a16:colId xmlns:a16="http://schemas.microsoft.com/office/drawing/2014/main" val="291929122"/>
                    </a:ext>
                  </a:extLst>
                </a:gridCol>
              </a:tblGrid>
              <a:tr h="351786">
                <a:tc>
                  <a:txBody>
                    <a:bodyPr/>
                    <a:lstStyle/>
                    <a:p>
                      <a:r>
                        <a:rPr lang="en-IN" dirty="0"/>
                        <a:t>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Syllabus 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Digital Smart Savings Calculator Achieves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889786"/>
                  </a:ext>
                </a:extLst>
              </a:tr>
              <a:tr h="1143305">
                <a:tc>
                  <a:txBody>
                    <a:bodyPr/>
                    <a:lstStyle/>
                    <a:p>
                      <a:r>
                        <a:rPr lang="en-IN" b="1"/>
                        <a:t>CO1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Internet Fundamentals, HTML &amp;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Created a complete </a:t>
                      </a:r>
                      <a:r>
                        <a:rPr lang="en-US" b="1"/>
                        <a:t>HTML page structure</a:t>
                      </a:r>
                      <a:r>
                        <a:rPr lang="en-US"/>
                        <a:t> with headings, input fields, tables, and buttons. </a:t>
                      </a:r>
                      <a:r>
                        <a:rPr lang="en-US" b="1"/>
                        <a:t>CSS styling</a:t>
                      </a:r>
                      <a:r>
                        <a:rPr lang="en-US"/>
                        <a:t> is used for layout, colors, spacing, gradients, and responsive UI design.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3589635"/>
                  </a:ext>
                </a:extLst>
              </a:tr>
              <a:tr h="879465">
                <a:tc>
                  <a:txBody>
                    <a:bodyPr/>
                    <a:lstStyle/>
                    <a:p>
                      <a:r>
                        <a:rPr lang="en-IN" b="1"/>
                        <a:t>CO2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Forms, Semantic Tags &amp; CSS Layouts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Implemented </a:t>
                      </a:r>
                      <a:r>
                        <a:rPr lang="en-US" b="1"/>
                        <a:t>login form and calculator form</a:t>
                      </a:r>
                      <a:r>
                        <a:rPr lang="en-US"/>
                        <a:t> with input types like text, email, and number. Used CSS styling for </a:t>
                      </a:r>
                      <a:r>
                        <a:rPr lang="en-US" b="1"/>
                        <a:t>form layout, containers, and table display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502675"/>
                  </a:ext>
                </a:extLst>
              </a:tr>
              <a:tr h="1143305">
                <a:tc>
                  <a:txBody>
                    <a:bodyPr/>
                    <a:lstStyle/>
                    <a:p>
                      <a:r>
                        <a:rPr lang="en-IN" b="1" dirty="0"/>
                        <a:t>CO3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JavaScript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</a:t>
                      </a:r>
                      <a:r>
                        <a:rPr lang="en-US" b="1"/>
                        <a:t>JavaScript functions, variables, and operators</a:t>
                      </a:r>
                      <a:r>
                        <a:rPr lang="en-US"/>
                        <a:t> to calculate savings. Implemented logic like </a:t>
                      </a:r>
                      <a:r>
                        <a:rPr lang="en-US" b="1"/>
                        <a:t>income − expenses calculation</a:t>
                      </a:r>
                      <a:r>
                        <a:rPr lang="en-US"/>
                        <a:t> and used arrays to store savings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06478"/>
                  </a:ext>
                </a:extLst>
              </a:tr>
              <a:tr h="1091934">
                <a:tc>
                  <a:txBody>
                    <a:bodyPr/>
                    <a:lstStyle/>
                    <a:p>
                      <a:r>
                        <a:rPr lang="en-IN" b="1"/>
                        <a:t>CO4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DOM &amp; Event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</a:t>
                      </a:r>
                      <a:r>
                        <a:rPr lang="en-US" b="1" dirty="0"/>
                        <a:t>DOM manipulation</a:t>
                      </a:r>
                      <a:r>
                        <a:rPr lang="en-US" dirty="0"/>
                        <a:t> such as </a:t>
                      </a:r>
                      <a:r>
                        <a:rPr lang="en-US" dirty="0" err="1"/>
                        <a:t>getElementById</a:t>
                      </a:r>
                      <a:r>
                        <a:rPr lang="en-US" dirty="0"/>
                        <a:t>() and </a:t>
                      </a:r>
                      <a:r>
                        <a:rPr lang="en-US" dirty="0" err="1"/>
                        <a:t>innerHTML</a:t>
                      </a:r>
                      <a:r>
                        <a:rPr lang="en-US" dirty="0"/>
                        <a:t>. Implemented </a:t>
                      </a:r>
                      <a:r>
                        <a:rPr lang="en-US" b="1" dirty="0"/>
                        <a:t>event handling</a:t>
                      </a:r>
                      <a:r>
                        <a:rPr lang="en-US" dirty="0"/>
                        <a:t> with button clicks for login, calculate savings, and clear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62668"/>
                  </a:ext>
                </a:extLst>
              </a:tr>
              <a:tr h="1143305">
                <a:tc>
                  <a:txBody>
                    <a:bodyPr/>
                    <a:lstStyle/>
                    <a:p>
                      <a:r>
                        <a:rPr lang="en-IN" b="1" dirty="0"/>
                        <a:t>CO5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Advanced Web Development &amp;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Built an </a:t>
                      </a:r>
                      <a:r>
                        <a:rPr lang="en-US" b="1" dirty="0"/>
                        <a:t>interactive web application</a:t>
                      </a:r>
                      <a:r>
                        <a:rPr lang="en-US" dirty="0"/>
                        <a:t> with dynamic updates like savings results and record tables. The project can be deployed as a </a:t>
                      </a:r>
                      <a:r>
                        <a:rPr lang="en-US" b="1" dirty="0"/>
                        <a:t>simple browser‑based financial tool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212521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V="1">
            <a:off x="838200" y="7454900"/>
            <a:ext cx="45719" cy="21081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30036" y="7188198"/>
            <a:ext cx="2143763" cy="3556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3641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168161"/>
              </p:ext>
            </p:extLst>
          </p:nvPr>
        </p:nvGraphicFramePr>
        <p:xfrm>
          <a:off x="838200" y="1825625"/>
          <a:ext cx="10515600" cy="437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067050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442508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21777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 No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Focus Area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Project Implementation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21125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CO1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Efficiency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Calculations like income - expenses run in $O(1)$ time. Table updates are linear $O(n)$ relative to entries.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753429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CO2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ADTs &amp; Arrays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Uses savingsArray as a dynamic array to store history, demonstrating basic ADT operations (Insert/Traverse).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4443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CO3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Linear Logic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"Savings Records" table acts as a linear data structure, storing elements in the order they are created.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53698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567891"/>
            <a:ext cx="11353800" cy="2258580"/>
          </a:xfrm>
        </p:spPr>
        <p:txBody>
          <a:bodyPr/>
          <a:lstStyle/>
          <a:p>
            <a:pPr algn="ctr"/>
            <a:r>
              <a:rPr lang="en-US" b="1" dirty="0" err="1"/>
              <a:t>Co’s</a:t>
            </a:r>
            <a:r>
              <a:rPr lang="en-US" b="1" dirty="0"/>
              <a:t> Attainments - DSA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360522"/>
              </p:ext>
            </p:extLst>
          </p:nvPr>
        </p:nvGraphicFramePr>
        <p:xfrm>
          <a:off x="838200" y="1193801"/>
          <a:ext cx="10515600" cy="473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689455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54831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28693938"/>
                    </a:ext>
                  </a:extLst>
                </a:gridCol>
              </a:tblGrid>
              <a:tr h="551024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 No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Requirement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Evidence in Project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821816369"/>
                  </a:ext>
                </a:extLst>
              </a:tr>
              <a:tr h="1500662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Collections/Lists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Simulated Java-style List behavior by managing a collection of user financial records.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897300718"/>
                  </a:ext>
                </a:extLst>
              </a:tr>
              <a:tr h="1500662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Practical Apps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Developed a "Digital Smart Savings Tool" as a real-world application of linear data management.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56379463"/>
                  </a:ext>
                </a:extLst>
              </a:tr>
              <a:tr h="1184116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Skill Development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Successfully integrated logic, UI, and data handling into a single functional application.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870808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242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399" y="1578543"/>
            <a:ext cx="3745895" cy="456932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74" y="1578542"/>
            <a:ext cx="3827820" cy="45693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59" y="1578543"/>
            <a:ext cx="3749841" cy="45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461665"/>
            <a:ext cx="5052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43276" y="1720840"/>
            <a:ext cx="1041052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Implemented a basic </a:t>
            </a:r>
            <a:r>
              <a:rPr lang="en-US" altLang="en-US" sz="2200" b="1" dirty="0">
                <a:latin typeface="Arial" panose="020B0604020202020204" pitchFamily="34" charset="0"/>
              </a:rPr>
              <a:t>register/login system</a:t>
            </a:r>
            <a:r>
              <a:rPr lang="en-US" altLang="en-US" sz="2200" dirty="0">
                <a:latin typeface="Arial" panose="020B0604020202020204" pitchFamily="34" charset="0"/>
              </a:rPr>
              <a:t> with form validation for secure access.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Accurately calculates </a:t>
            </a:r>
            <a:r>
              <a:rPr lang="en-US" altLang="en-US" sz="2200" b="1" dirty="0">
                <a:latin typeface="Arial" panose="020B0604020202020204" pitchFamily="34" charset="0"/>
              </a:rPr>
              <a:t>compound interest</a:t>
            </a:r>
            <a:r>
              <a:rPr lang="en-US" altLang="en-US" sz="2200" dirty="0">
                <a:latin typeface="Arial" panose="020B0604020202020204" pitchFamily="34" charset="0"/>
              </a:rPr>
              <a:t> using principal, monthly deposits, rate, and duration.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Displays a clear breakdown of </a:t>
            </a:r>
            <a:r>
              <a:rPr lang="en-US" altLang="en-US" sz="2200" b="1" dirty="0">
                <a:latin typeface="Arial" panose="020B0604020202020204" pitchFamily="34" charset="0"/>
              </a:rPr>
              <a:t>Total Savings, Amount Contributed, and Interest Earned.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Uses </a:t>
            </a:r>
            <a:r>
              <a:rPr lang="en-US" altLang="en-US" sz="2200" b="1" dirty="0">
                <a:latin typeface="Arial" panose="020B0604020202020204" pitchFamily="34" charset="0"/>
              </a:rPr>
              <a:t>₹ (Indian Rupee)</a:t>
            </a:r>
            <a:r>
              <a:rPr lang="en-US" altLang="en-US" sz="2200" dirty="0">
                <a:latin typeface="Arial" panose="020B0604020202020204" pitchFamily="34" charset="0"/>
              </a:rPr>
              <a:t> formatting with </a:t>
            </a:r>
            <a:r>
              <a:rPr lang="en-US" altLang="en-US" sz="2200" dirty="0" err="1">
                <a:latin typeface="Arial Unicode MS"/>
              </a:rPr>
              <a:t>en</a:t>
            </a:r>
            <a:r>
              <a:rPr lang="en-US" altLang="en-US" sz="2200" dirty="0">
                <a:latin typeface="Arial Unicode MS"/>
              </a:rPr>
              <a:t>-IN</a:t>
            </a:r>
            <a:r>
              <a:rPr lang="en-US" altLang="en-US" sz="2200" dirty="0"/>
              <a:t> locale for Indian users.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Fully </a:t>
            </a:r>
            <a:r>
              <a:rPr lang="en-US" altLang="en-US" sz="2200" b="1" dirty="0">
                <a:latin typeface="Arial" panose="020B0604020202020204" pitchFamily="34" charset="0"/>
              </a:rPr>
              <a:t>client-side</a:t>
            </a:r>
            <a:r>
              <a:rPr lang="en-US" altLang="en-US" sz="2200" dirty="0">
                <a:latin typeface="Arial" panose="020B0604020202020204" pitchFamily="34" charset="0"/>
              </a:rPr>
              <a:t> with no backend — lightweight and fast.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Clean, </a:t>
            </a:r>
            <a:r>
              <a:rPr lang="en-US" altLang="en-US" sz="2200" b="1" dirty="0">
                <a:latin typeface="Arial" panose="020B0604020202020204" pitchFamily="34" charset="0"/>
              </a:rPr>
              <a:t>responsive UI</a:t>
            </a:r>
            <a:r>
              <a:rPr lang="en-US" altLang="en-US" sz="2200" dirty="0">
                <a:latin typeface="Arial" panose="020B0604020202020204" pitchFamily="34" charset="0"/>
              </a:rPr>
              <a:t> with animated gradient design and interactive sliders.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Serves as a practical tool to promote </a:t>
            </a:r>
            <a:r>
              <a:rPr lang="en-US" altLang="en-US" sz="2200" b="1" dirty="0">
                <a:latin typeface="Arial" panose="020B0604020202020204" pitchFamily="34" charset="0"/>
              </a:rPr>
              <a:t>savings awareness and financial planning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</a:t>
            </a:r>
            <a:r>
              <a:rPr lang="en-US" dirty="0" smtClean="0"/>
              <a:t>Photo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6884" y="1611652"/>
            <a:ext cx="104722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48" y="1690688"/>
            <a:ext cx="5929460" cy="44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3829</TotalTime>
  <Words>1032</Words>
  <Application>Microsoft Office PowerPoint</Application>
  <PresentationFormat>Widescreen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Unicode MS</vt:lpstr>
      <vt:lpstr>Calibri</vt:lpstr>
      <vt:lpstr>Calibri Light</vt:lpstr>
      <vt:lpstr>Google Sans Text</vt:lpstr>
      <vt:lpstr>Office Theme</vt:lpstr>
      <vt:lpstr>Custom Design</vt:lpstr>
      <vt:lpstr>Title: Digital Smart Savings Calculator Tool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Co’s Attainments - DSA</vt:lpstr>
      <vt:lpstr>Screenshots for FWD </vt:lpstr>
      <vt:lpstr>Conclusion</vt:lpstr>
      <vt:lpstr>Geo- Tag Photo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Lenovo</cp:lastModifiedBy>
  <cp:revision>63</cp:revision>
  <dcterms:created xsi:type="dcterms:W3CDTF">2022-05-20T10:20:31Z</dcterms:created>
  <dcterms:modified xsi:type="dcterms:W3CDTF">2026-03-10T07:27:28Z</dcterms:modified>
</cp:coreProperties>
</file>